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タイトル スライ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90A00-05F0-4DFE-A557-D63CC724BD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タイトルと縦書きテキスト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71BD48-B84D-433D-8F89-6B57DFA3C1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縦書きタイトルと&#10;縦書きテキスト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F1AEFB-D070-4340-B4F2-43477CD9D9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タイトルとコンテン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E66DEE-51C0-4E8F-8786-B887E2883A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セクション見出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游ゴシック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E299F5-A3C9-4C79-8EDD-8F119BC5C1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つのコンテン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C9A1FE-CB8F-4CBB-97B3-A966CDC0F0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04978B-657F-4F0C-8381-B6A74DB2AE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タイトルのみ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77A47F-E074-4304-9ACC-8EEE9EFBAE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白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5F77E7-54CD-4CAB-9A0F-3E61F0B329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タイトル付きのコンテン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19C9B-42D5-42A0-B1E7-2541CAE737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タイトル付きの図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6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7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134C04-C0FC-41CD-B3B9-4EA9A70DB5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760000" y="1550520"/>
            <a:ext cx="6237720" cy="258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/>
          <p:cNvPicPr/>
          <p:nvPr/>
        </p:nvPicPr>
        <p:blipFill>
          <a:blip r:embed="rId2"/>
          <a:stretch/>
        </p:blipFill>
        <p:spPr>
          <a:xfrm>
            <a:off x="263520" y="1690200"/>
            <a:ext cx="4416480" cy="198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中間問題</a:t>
            </a: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　あいまい検索表示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62" name="矢印: 右 13"/>
          <p:cNvSpPr/>
          <p:nvPr/>
        </p:nvSpPr>
        <p:spPr>
          <a:xfrm>
            <a:off x="5040000" y="2511720"/>
            <a:ext cx="426240" cy="548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游ゴシック"/>
            </a:endParaRPr>
          </a:p>
        </p:txBody>
      </p:sp>
      <p:sp>
        <p:nvSpPr>
          <p:cNvPr id="63" name="吹き出し: 角を丸めた四角形 4"/>
          <p:cNvSpPr/>
          <p:nvPr/>
        </p:nvSpPr>
        <p:spPr>
          <a:xfrm>
            <a:off x="7020000" y="5040000"/>
            <a:ext cx="3600000" cy="1080000"/>
          </a:xfrm>
          <a:prstGeom prst="wedgeRoundRectCallout">
            <a:avLst>
              <a:gd name="adj1" fmla="val 13887"/>
              <a:gd name="adj2" fmla="val -156515"/>
              <a:gd name="adj3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検索値を含むメッセージが表示される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フレーム 5"/>
          <p:cNvSpPr/>
          <p:nvPr/>
        </p:nvSpPr>
        <p:spPr>
          <a:xfrm>
            <a:off x="180000" y="1800000"/>
            <a:ext cx="1620000" cy="426960"/>
          </a:xfrm>
          <a:prstGeom prst="frame">
            <a:avLst>
              <a:gd name="adj1" fmla="val 12500"/>
            </a:avLst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中間問題</a:t>
            </a: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　コメント投稿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pic>
        <p:nvPicPr>
          <p:cNvPr id="66" name="コンテンツ プレースホルダー 8"/>
          <p:cNvPicPr/>
          <p:nvPr/>
        </p:nvPicPr>
        <p:blipFill>
          <a:blip r:embed="rId1"/>
          <a:stretch/>
        </p:blipFill>
        <p:spPr>
          <a:xfrm>
            <a:off x="378720" y="1497600"/>
            <a:ext cx="5470560" cy="431964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pic>
        <p:nvPicPr>
          <p:cNvPr id="67" name="図 10"/>
          <p:cNvPicPr/>
          <p:nvPr/>
        </p:nvPicPr>
        <p:blipFill>
          <a:blip r:embed="rId2"/>
          <a:stretch/>
        </p:blipFill>
        <p:spPr>
          <a:xfrm>
            <a:off x="6481080" y="1497600"/>
            <a:ext cx="5480280" cy="4319640"/>
          </a:xfrm>
          <a:prstGeom prst="rect">
            <a:avLst/>
          </a:prstGeom>
          <a:noFill/>
          <a:ln w="0">
            <a:noFill/>
          </a:ln>
          <a:effectLst>
            <a:outerShdw algn="tl" blurRad="291960" dir="2700000" dist="139498" rotWithShape="0">
              <a:srgbClr val="333333">
                <a:alpha val="65000"/>
              </a:srgbClr>
            </a:outerShdw>
          </a:effectLst>
        </p:spPr>
      </p:pic>
      <p:sp>
        <p:nvSpPr>
          <p:cNvPr id="68" name="矢印: 右 11"/>
          <p:cNvSpPr/>
          <p:nvPr/>
        </p:nvSpPr>
        <p:spPr>
          <a:xfrm>
            <a:off x="5252760" y="3429000"/>
            <a:ext cx="1584720" cy="492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游ゴシック"/>
            </a:endParaRPr>
          </a:p>
        </p:txBody>
      </p:sp>
      <p:sp>
        <p:nvSpPr>
          <p:cNvPr id="69" name="フレーム 12"/>
          <p:cNvSpPr/>
          <p:nvPr/>
        </p:nvSpPr>
        <p:spPr>
          <a:xfrm>
            <a:off x="5039280" y="5360400"/>
            <a:ext cx="810360" cy="456840"/>
          </a:xfrm>
          <a:prstGeom prst="frame">
            <a:avLst>
              <a:gd name="adj1" fmla="val 125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7167960" y="1378800"/>
            <a:ext cx="4172040" cy="25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2"/>
          <a:stretch/>
        </p:blipFill>
        <p:spPr>
          <a:xfrm>
            <a:off x="266040" y="1690200"/>
            <a:ext cx="5313960" cy="148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中間問題</a:t>
            </a: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　コメント編集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73" name="矢印: 右 2"/>
          <p:cNvSpPr/>
          <p:nvPr/>
        </p:nvSpPr>
        <p:spPr>
          <a:xfrm>
            <a:off x="5580000" y="2520000"/>
            <a:ext cx="1584720" cy="492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正常時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游ゴシック"/>
            </a:endParaRPr>
          </a:p>
        </p:txBody>
      </p:sp>
      <p:sp>
        <p:nvSpPr>
          <p:cNvPr id="74" name="フレーム 2"/>
          <p:cNvSpPr/>
          <p:nvPr/>
        </p:nvSpPr>
        <p:spPr>
          <a:xfrm>
            <a:off x="4481640" y="2718000"/>
            <a:ext cx="810360" cy="456840"/>
          </a:xfrm>
          <a:prstGeom prst="frame">
            <a:avLst>
              <a:gd name="adj1" fmla="val 125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中間問題</a:t>
            </a: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　コメント編集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76" name="矢印: 右 3"/>
          <p:cNvSpPr/>
          <p:nvPr/>
        </p:nvSpPr>
        <p:spPr>
          <a:xfrm>
            <a:off x="395280" y="1980000"/>
            <a:ext cx="1584720" cy="492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B66C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未入力時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游ゴシック"/>
            </a:endParaRPr>
          </a:p>
        </p:txBody>
      </p:sp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2196000" y="1645920"/>
            <a:ext cx="3408840" cy="159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矢印: 右 1"/>
          <p:cNvSpPr/>
          <p:nvPr/>
        </p:nvSpPr>
        <p:spPr>
          <a:xfrm>
            <a:off x="360000" y="4680000"/>
            <a:ext cx="1584720" cy="18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B66C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100</a:t>
            </a:r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文字を超えるとき時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游ゴシック"/>
            </a:endParaRPr>
          </a:p>
        </p:txBody>
      </p:sp>
      <p:pic>
        <p:nvPicPr>
          <p:cNvPr id="79" name=""/>
          <p:cNvPicPr/>
          <p:nvPr/>
        </p:nvPicPr>
        <p:blipFill>
          <a:blip r:embed="rId2"/>
          <a:stretch/>
        </p:blipFill>
        <p:spPr>
          <a:xfrm>
            <a:off x="2238120" y="4320000"/>
            <a:ext cx="6221880" cy="203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終了後は以下の技術要素を読み解きましょう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 Light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20000" y="1800000"/>
            <a:ext cx="10620000" cy="43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ログイン機能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全件表示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並び替え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一括削除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セッションのユーザー情報表示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 pitchFamily="0" charset="1"/>
        <a:ea typeface=""/>
        <a:cs typeface=""/>
      </a:majorFont>
      <a:minorFont>
        <a:latin typeface="游ゴシック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LibreOffice/26.2.1.2$Windows_X86_64 LibreOffice_project/620$Build-2</Application>
  <AppVersion>15.0000</AppVersion>
  <Words>61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2022-05-17T03:46:04Z</dcterms:created>
  <dc:creator>奥田 恭之</dc:creator>
  <dc:description/>
  <dc:language>ja-JP</dc:language>
  <cp:lastModifiedBy/>
  <dcterms:modified xsi:type="dcterms:W3CDTF">2026-06-03T22:38:19Z</dcterms:modified>
  <cp:revision>6</cp:revision>
  <dc:subject/>
  <dc:title>中間問題　画面遷移（正常系）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ワイド画面</vt:lpwstr>
  </property>
  <property fmtid="{D5CDD505-2E9C-101B-9397-08002B2CF9AE}" pid="3" name="Slides">
    <vt:i4>3</vt:i4>
  </property>
</Properties>
</file>