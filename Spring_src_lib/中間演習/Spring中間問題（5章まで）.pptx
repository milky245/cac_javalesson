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E16111-AA46-DC4B-EC8B-91D7D8C15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67BA158-9624-F6D3-B4F3-981FB6FCA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AE17EB-DF85-D43F-B016-BD0DF8C0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E13451-F75A-8345-3950-B45FD232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AD2FA-B656-64CA-A19D-A8BF76EE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065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6BB00F-DD38-B14C-D962-F397188E4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B7ACB6-37FE-E43A-5101-038A15F60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1A206E-8B9E-4EE9-38BA-35BEC9FE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BCDAEB-F710-AFD0-9EFE-C8702FCF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49DA6A-20AF-AE2C-5809-1FF15F96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59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27CB29-50FD-0A06-8816-2B35E8F5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2370F2-29B1-AF08-E930-365CD109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490F3F-9502-01AB-C377-8B3B741B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543A12-F5FD-2F97-7A88-5293F8F2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566FF8-5802-43F5-CD1A-A1981F5B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0266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A8B5D1-A18E-BDDC-0A06-651CD39B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8CF19-32B4-1E49-8E26-04FCAA203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CABED1-E49F-A4E2-7170-937CB573E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81E82F-7850-A908-D9FD-8D3F1770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5D4F11-E8F5-D913-2C01-5B5E9E99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2BD80C-2A93-09C8-4E21-F8A33CC04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388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9B38F-51DE-8D6C-8CC0-EF67D4200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A6221C-D8B9-5CC0-4011-8F97937BC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F59D3D-116D-18A7-ACF0-13291E510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F8577C-304F-1EED-4D4D-2C8902C7E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87382B3-62C0-D161-D9CF-B1E9131A1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F9BFB64-CEC9-2C34-A6CC-7A78D826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99D83D-E55C-6CE8-AF79-225FBB49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6E63012-44CD-1E4B-9E06-BC831058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779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05C23B-0527-759F-5F04-9D1C43726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6BE6FC-4A55-7546-E452-0B45A9718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701DB8-E200-A94E-882A-38B9AB203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F10F1EE-10E5-29D5-668C-4A7977C3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89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09375D1-49BF-67BC-0718-8D5F48A8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DCA0410-010A-CE9F-B7A5-693CF1A66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E7D890-5AE2-80D4-E921-1BE0C4C4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305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BECC94-5431-B6A4-555B-E4D3B0FAB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C8EBE3-41F7-FBB9-8857-ECEDF2F9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C47141-99E4-509C-B4B4-A9B75B2A0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1860C3-0B8A-9A28-1AF1-03AEFACF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96F003-AAF5-2D71-D9DA-93742880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111FE-AC48-F14D-F96A-6373CD7F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78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43F6C7-2964-5AC0-CBAD-1617F1D87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47FFD4D-2011-4E17-D5FA-66D6E921C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D6EF99-7DF9-76E3-0531-07B5F35C7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86C8E1-F863-40AF-779C-53D40C558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02A2AF-F6DB-A966-5E9F-76E7B74A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1B5544-7E96-4560-D9E3-D41C9895E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208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17BBCA-14EC-3606-7E28-2D644C41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9508894-1B7F-0D42-2E05-B197FFD30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0AE889-0F50-1453-184A-91B1885D8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3204B8-9F34-4608-70A0-EC5CBAED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29261B-0FCB-BF45-6294-DC58A2830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368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0CEBE4B-10B0-3CE1-BF16-6B0FFBEEC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5A49E5-66AD-CDE8-2F69-239F84645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6227B1-FC50-0BFA-63DC-44D91FCA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186514-648A-A517-71CA-E08293B20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CB0B9D-791B-AD10-556A-C9BEA0B4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69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C71CA5B-47E2-ED24-2FC8-E77EF030F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0AC0D4-A72F-4E7E-05AB-6180C605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05AA90-42BF-B328-34F0-F0E8C14A9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9C4B4-7A20-49E7-93CB-740945E85B29}" type="datetimeFigureOut">
              <a:rPr kumimoji="1" lang="ja-JP" altLang="en-US" smtClean="0"/>
              <a:t>2022/5/17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53860B-E512-5F71-BB1A-12247F475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5AE610-8A45-A86F-775E-4B0F985B3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75B0C-DE6E-4578-9025-1684B6602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062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152519-1FA7-7055-925D-4867AEBD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中間問題　画面遷移（正常系）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71AD3314-BD5B-7908-D5F6-CFEF0226B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864" y="1943299"/>
            <a:ext cx="3190380" cy="1678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CEDE15B-5611-7A17-64A2-CAE764534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542" y="1943299"/>
            <a:ext cx="3467517" cy="2158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2D40F18-4B72-F2FB-5394-19B1D5D30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358" y="1958701"/>
            <a:ext cx="3051778" cy="2452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矢印: 右 13">
            <a:extLst>
              <a:ext uri="{FF2B5EF4-FFF2-40B4-BE49-F238E27FC236}">
                <a16:creationId xmlns:a16="http://schemas.microsoft.com/office/drawing/2014/main" id="{047B8090-E453-80AF-E06C-0EAE2AD08229}"/>
              </a:ext>
            </a:extLst>
          </p:cNvPr>
          <p:cNvSpPr/>
          <p:nvPr/>
        </p:nvSpPr>
        <p:spPr>
          <a:xfrm>
            <a:off x="3799840" y="2550160"/>
            <a:ext cx="426720" cy="548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81BAC42A-70A9-D1DE-7C36-065EFC67B6CD}"/>
              </a:ext>
            </a:extLst>
          </p:cNvPr>
          <p:cNvSpPr/>
          <p:nvPr/>
        </p:nvSpPr>
        <p:spPr>
          <a:xfrm>
            <a:off x="8206188" y="2636221"/>
            <a:ext cx="426720" cy="548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718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63A071-9344-80DD-118A-090C3B63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中間問題　画面遷移（異常系）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8B31FFF-6E2F-5950-2A16-74725634C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456" y="1690688"/>
            <a:ext cx="4351384" cy="24664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5DC053B-2C81-DA35-BD30-A10D0A671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312" y="1690688"/>
            <a:ext cx="4925488" cy="33672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1E9F9108-42EF-A6CA-E263-D444E0220327}"/>
              </a:ext>
            </a:extLst>
          </p:cNvPr>
          <p:cNvSpPr/>
          <p:nvPr/>
        </p:nvSpPr>
        <p:spPr>
          <a:xfrm>
            <a:off x="5445760" y="2814320"/>
            <a:ext cx="731520" cy="7620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292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中間問題　画面遷移（正常系）</vt:lpstr>
      <vt:lpstr>中間問題　画面遷移（異常系）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中間問題　画面遷移（正常系）</dc:title>
  <dc:creator>奥田 恭之</dc:creator>
  <cp:lastModifiedBy>奥田 恭之</cp:lastModifiedBy>
  <cp:revision>1</cp:revision>
  <dcterms:created xsi:type="dcterms:W3CDTF">2022-05-17T03:46:04Z</dcterms:created>
  <dcterms:modified xsi:type="dcterms:W3CDTF">2022-05-17T03:54:06Z</dcterms:modified>
</cp:coreProperties>
</file>